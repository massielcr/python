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5" r:id="rId2"/>
    <p:sldId id="310" r:id="rId3"/>
    <p:sldId id="317" r:id="rId4"/>
    <p:sldId id="318" r:id="rId5"/>
  </p:sldIdLst>
  <p:sldSz cx="12188825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110" d="100"/>
          <a:sy n="110" d="100"/>
        </p:scale>
        <p:origin x="492" y="9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9/5/2026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9/5/2026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9/5/2026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9/5/2026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49796" y="2420888"/>
            <a:ext cx="8229600" cy="1583432"/>
          </a:xfrm>
        </p:spPr>
        <p:txBody>
          <a:bodyPr/>
          <a:lstStyle/>
          <a:p>
            <a:r>
              <a:rPr lang="en-US" dirty="0"/>
              <a:t>Trip Planner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93812" y="4080148"/>
            <a:ext cx="8229600" cy="504056"/>
          </a:xfrm>
        </p:spPr>
        <p:txBody>
          <a:bodyPr/>
          <a:lstStyle/>
          <a:p>
            <a:r>
              <a:rPr lang="it-IT" dirty="0"/>
              <a:t>Massiel Carmenate Roca</a:t>
            </a:r>
          </a:p>
          <a:p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CD319-1A8D-C380-2E9D-653458F00F86}"/>
              </a:ext>
            </a:extLst>
          </p:cNvPr>
          <p:cNvSpPr txBox="1"/>
          <p:nvPr/>
        </p:nvSpPr>
        <p:spPr>
          <a:xfrm>
            <a:off x="723555" y="4509120"/>
            <a:ext cx="424705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pc="200" dirty="0">
                <a:solidFill>
                  <a:schemeClr val="accent1"/>
                </a:solidFill>
              </a:rPr>
              <a:t>GitHub : @massielcr	</a:t>
            </a:r>
          </a:p>
          <a:p>
            <a:r>
              <a:rPr lang="en-CA" spc="200" dirty="0">
                <a:solidFill>
                  <a:schemeClr val="accent1"/>
                </a:solidFill>
              </a:rPr>
              <a:t>edX	: @massielcr</a:t>
            </a:r>
          </a:p>
          <a:p>
            <a:r>
              <a:rPr lang="en-CA" sz="2000" spc="200" dirty="0">
                <a:solidFill>
                  <a:schemeClr val="accent1"/>
                </a:solidFill>
              </a:rPr>
              <a:t>Toronto, ON, Canada</a:t>
            </a:r>
          </a:p>
          <a:p>
            <a:r>
              <a:rPr lang="en-CA" sz="2000" spc="200" dirty="0">
                <a:solidFill>
                  <a:schemeClr val="accent1"/>
                </a:solidFill>
              </a:rPr>
              <a:t>September 5, 2026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List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13</TotalTime>
  <Words>54</Words>
  <Application>Microsoft Office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Digital Blue Tunnel 16x9</vt:lpstr>
      <vt:lpstr>Trip Planner</vt:lpstr>
      <vt:lpstr>Title and Content Layout with List</vt:lpstr>
      <vt:lpstr>PowerPoint Presentation</vt:lpstr>
      <vt:lpstr>Add a Slide Title - 4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Massiel Carmenate</dc:creator>
  <cp:lastModifiedBy>Massiel Carmenate</cp:lastModifiedBy>
  <cp:revision>2</cp:revision>
  <dcterms:created xsi:type="dcterms:W3CDTF">2026-09-04T21:07:32Z</dcterms:created>
  <dcterms:modified xsi:type="dcterms:W3CDTF">2026-09-05T15:07:32Z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